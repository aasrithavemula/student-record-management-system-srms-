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9" r:id="rId3"/>
    <p:sldId id="274" r:id="rId4"/>
    <p:sldId id="260" r:id="rId5"/>
    <p:sldId id="261" r:id="rId6"/>
    <p:sldId id="266" r:id="rId7"/>
    <p:sldId id="265" r:id="rId8"/>
    <p:sldId id="264" r:id="rId9"/>
    <p:sldId id="263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A77942B-B42E-436F-8107-AEF130FB5DE8}">
          <p14:sldIdLst>
            <p14:sldId id="256"/>
            <p14:sldId id="259"/>
            <p14:sldId id="274"/>
            <p14:sldId id="260"/>
            <p14:sldId id="261"/>
            <p14:sldId id="266"/>
            <p14:sldId id="265"/>
            <p14:sldId id="264"/>
            <p14:sldId id="263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758C-6654-BE02-40D1-7BBA2CC75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 RECORD MANAGEMENT SYSTEM(SRMS)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EDEB9-23DA-DC11-82D2-47F5DA9D1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461" y="4140819"/>
            <a:ext cx="2447077" cy="484927"/>
          </a:xfrm>
        </p:spPr>
        <p:txBody>
          <a:bodyPr/>
          <a:lstStyle/>
          <a:p>
            <a:r>
              <a:rPr lang="en-US" dirty="0"/>
              <a:t>CODING SKILLS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588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053A-C5CB-188C-1C90-FDB9D1E1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0659-61E4-9CA0-0AE9-3A8E748A1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559" y="790575"/>
            <a:ext cx="9333271" cy="939902"/>
          </a:xfrm>
        </p:spPr>
        <p:txBody>
          <a:bodyPr>
            <a:normAutofit/>
          </a:bodyPr>
          <a:lstStyle/>
          <a:p>
            <a:r>
              <a:rPr lang="en-US" dirty="0"/>
              <a:t>GROUP MEMBERS: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C25E6E-5836-E6C4-AFF4-DCBB1A82F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384886"/>
              </p:ext>
            </p:extLst>
          </p:nvPr>
        </p:nvGraphicFramePr>
        <p:xfrm>
          <a:off x="2086693" y="2399071"/>
          <a:ext cx="8018614" cy="3362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912">
                  <a:extLst>
                    <a:ext uri="{9D8B030D-6E8A-4147-A177-3AD203B41FA5}">
                      <a16:colId xmlns:a16="http://schemas.microsoft.com/office/drawing/2014/main" val="3189571398"/>
                    </a:ext>
                  </a:extLst>
                </a:gridCol>
                <a:gridCol w="3983702">
                  <a:extLst>
                    <a:ext uri="{9D8B030D-6E8A-4147-A177-3AD203B41FA5}">
                      <a16:colId xmlns:a16="http://schemas.microsoft.com/office/drawing/2014/main" val="2446262882"/>
                    </a:ext>
                  </a:extLst>
                </a:gridCol>
              </a:tblGrid>
              <a:tr h="560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NUMBER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65261"/>
                  </a:ext>
                </a:extLst>
              </a:tr>
              <a:tr h="560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S.AKHILA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AP24110010389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542448"/>
                  </a:ext>
                </a:extLst>
              </a:tr>
              <a:tr h="560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T.MOHANA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AP24110010390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963190"/>
                  </a:ext>
                </a:extLst>
              </a:tr>
              <a:tr h="560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V.AKSHAYA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AP24110010436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065368"/>
                  </a:ext>
                </a:extLst>
              </a:tr>
              <a:tr h="560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D.MOUNIKA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AP24110010437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66464"/>
                  </a:ext>
                </a:extLst>
              </a:tr>
              <a:tr h="5604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V.AASRITHA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AP24110010443</a:t>
                      </a:r>
                      <a:endParaRPr lang="en-I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2060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58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76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63C8-7F7F-A400-EA4B-BB234C10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D29E-882A-6EC3-14E6-D55BF10B5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237" y="564433"/>
            <a:ext cx="9333271" cy="939902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F2834-927A-4E7A-1926-359F2B78B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381" y="2133601"/>
            <a:ext cx="10181302" cy="283169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 Management System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         computer-based application designed to store, manage, and update student data efficiently . Instead of writing everything on paper, the SRMS helps maintain all student details in an organized and          error-free way.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615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93FF-4BC3-59F5-36F5-430FA6AC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8EA9-58BE-D30A-73A7-45D6AD19A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069" y="711917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C0873E-FC1D-E3A7-30D5-1C50D6B3C7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75071" y="2446617"/>
            <a:ext cx="104418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creating a small database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adding, updating, deleting, and viewing student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built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follows basic file handling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mini version of a real-world student information system   used in schools and colleges.</a:t>
            </a:r>
          </a:p>
        </p:txBody>
      </p:sp>
    </p:spTree>
    <p:extLst>
      <p:ext uri="{BB962C8B-B14F-4D97-AF65-F5344CB8AC3E}">
        <p14:creationId xmlns:p14="http://schemas.microsoft.com/office/powerpoint/2010/main" val="260161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BB90-51CD-B727-E1BE-73723F98C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9C9E-DA0D-6B8C-2279-9872AFE3B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003639-951E-46BB-A34D-650F58AE34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84314" y="2553314"/>
            <a:ext cx="826928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store student information securely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access records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paperwork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file handling in C++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beginner-level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2082858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2F2F-0117-0E61-9BBC-AAD71C93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B0D5-EC53-A59B-28B9-60B4ECC59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Features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25A4BA-170B-6FE6-A36E-190B6FC25F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2346" y="2478466"/>
            <a:ext cx="728534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new student record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all student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for a student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existing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a student record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data permanently using files</a:t>
            </a:r>
          </a:p>
        </p:txBody>
      </p:sp>
    </p:spTree>
    <p:extLst>
      <p:ext uri="{BB962C8B-B14F-4D97-AF65-F5344CB8AC3E}">
        <p14:creationId xmlns:p14="http://schemas.microsoft.com/office/powerpoint/2010/main" val="332013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006A1-C507-A453-4839-9F493851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EE89-FF9D-2AEC-3919-BBF604CAE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3AD340-D3EE-68D1-DA7C-57DE767135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86706" y="2339533"/>
            <a:ext cx="859303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C++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 &amp;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&amp;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Code / Dev C++ /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CodeBlocks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872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D183D-0A00-1455-3C42-6ED9AEA9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3CCB-8345-584D-CED1-F02D6C87A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System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42C579-5B8C-DE03-2832-ABB67C675A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6186" y="2389976"/>
            <a:ext cx="853404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runs the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 appears (Add, Display, Search, Update,    Delete)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an option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performs the chosen 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gets saved in a file</a:t>
            </a:r>
          </a:p>
        </p:txBody>
      </p:sp>
    </p:spTree>
    <p:extLst>
      <p:ext uri="{BB962C8B-B14F-4D97-AF65-F5344CB8AC3E}">
        <p14:creationId xmlns:p14="http://schemas.microsoft.com/office/powerpoint/2010/main" val="1640136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6E86-EEBB-8263-81F8-780F3D9B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64F8-6FF6-C34E-6889-05DB6DEB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Project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2DB63D-DA37-544E-8AE1-D5935D3FB7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4559" y="2553314"/>
            <a:ext cx="1003136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Record Module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stores new student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finds student by roll number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Modify Module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edits existing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Module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removes a student from the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Module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shows all students</a:t>
            </a:r>
          </a:p>
        </p:txBody>
      </p:sp>
    </p:spTree>
    <p:extLst>
      <p:ext uri="{BB962C8B-B14F-4D97-AF65-F5344CB8AC3E}">
        <p14:creationId xmlns:p14="http://schemas.microsoft.com/office/powerpoint/2010/main" val="166008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868F-E019-5E6A-02E0-8E5FCBC7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34A9-DB08-80FF-8F86-8499C4647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Sample Output Screenshot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E84CF-D773-66B4-5E1D-A5CB5605EA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3" t="5280"/>
          <a:stretch>
            <a:fillRect/>
          </a:stretch>
        </p:blipFill>
        <p:spPr>
          <a:xfrm>
            <a:off x="2871020" y="2383076"/>
            <a:ext cx="6070740" cy="31033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7233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F3EA-74C3-9C74-7D45-0479C933B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4FA8-12B0-4631-B6CC-47DCDF7FE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Credentials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3EFD2-4AED-22BF-49EE-74BB027568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53710" y="2404129"/>
            <a:ext cx="7678993" cy="2872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demonstration:  </a:t>
            </a:r>
          </a:p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Username: </a:t>
            </a:r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Password: </a:t>
            </a:r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12345</a:t>
            </a:r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01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63923-9D02-4798-9FFC-8A0C240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899F-E7C5-FB97-BABF-5510B3EFC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US" dirty="0"/>
              <a:t>Procedure to Run the Project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6E8356-5475-2BB4-7469-DA54E861EB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08407" y="2138998"/>
            <a:ext cx="7986200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Open VS Code/IDE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Install GCC compiler (MinGW)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Save the file as srms.cpp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4) Compile using terminal: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pt-BR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g++ srms.cpp -o srms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Run the program: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</a:t>
            </a:r>
            <a:r>
              <a:rPr lang="en-US" alt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srms</a:t>
            </a:r>
            <a:endParaRPr lang="en-US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Use the menu to test all features</a:t>
            </a:r>
            <a:endParaRPr lang="en-US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060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9A139-E9E3-FD15-FDAD-A3991130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C66F-6250-820E-C332-A3805A8E7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315712"/>
            <a:ext cx="9333271" cy="939902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  <a:r>
              <a:rPr lang="en-IN" dirty="0"/>
              <a:t>DVANTAGES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8DA60-A047-08DF-56E0-B1C735BB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79" y="3429000"/>
            <a:ext cx="9370364" cy="104250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7742C5D-B9FA-171B-2DBA-519AF949E6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88276" y="1332585"/>
            <a:ext cx="71111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easy data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paperwork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stays safely stored in files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27FA9E-9C8B-2A78-8587-7DA5438D6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134" y="4666949"/>
            <a:ext cx="537993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GUI (text-based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very large databases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data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multiple users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D5689-EA5E-87A8-5DAB-21D4FF050FFC}"/>
              </a:ext>
            </a:extLst>
          </p:cNvPr>
          <p:cNvSpPr/>
          <p:nvPr/>
        </p:nvSpPr>
        <p:spPr>
          <a:xfrm>
            <a:off x="3495255" y="3657599"/>
            <a:ext cx="4758812" cy="5702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LIMITATIONS</a:t>
            </a:r>
            <a:endParaRPr lang="en-IN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977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3FFA-985E-CF91-4D75-2F1C5B3C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ACA6-C6F1-4231-B306-82222D832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72" y="810240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DD2BA7D-D9E2-78F1-BA3F-BDED3B740B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90420" y="2415713"/>
            <a:ext cx="833032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 graphical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real database (MySQL)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login for students &amp; staff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cloud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automatic report</a:t>
            </a:r>
          </a:p>
        </p:txBody>
      </p:sp>
    </p:spTree>
    <p:extLst>
      <p:ext uri="{BB962C8B-B14F-4D97-AF65-F5344CB8AC3E}">
        <p14:creationId xmlns:p14="http://schemas.microsoft.com/office/powerpoint/2010/main" val="406938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3D60-2E7B-0C09-4D20-7081169E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0CA4-9F64-0E56-35AD-A5944079C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559" y="918395"/>
            <a:ext cx="9333271" cy="939902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D21AA5-0B79-BB88-6CE6-BE98006AD8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4559" y="2307093"/>
            <a:ext cx="100313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Record Management System helps store and manage student data in an organized way.</a:t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simple, fast, and useful for understanding real-world data handling with C++.</a:t>
            </a:r>
            <a:b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improves knowledge of OOP, file handling, and software development basics.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99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0390-722F-68B7-9BC9-6D26697C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2B2E-B3A8-6735-5752-C03C4E618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364" y="2959049"/>
            <a:ext cx="9333271" cy="939902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64100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56</TotalTime>
  <Words>492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Times New Roman</vt:lpstr>
      <vt:lpstr>Parcel</vt:lpstr>
      <vt:lpstr>STUDENT RECORD MANAGEMENT SYSTEM(SRMS)</vt:lpstr>
      <vt:lpstr>GROUP MEMBERS:</vt:lpstr>
      <vt:lpstr>INTRODUCTION</vt:lpstr>
      <vt:lpstr>Project Overview</vt:lpstr>
      <vt:lpstr>Objectives</vt:lpstr>
      <vt:lpstr>Features of the System</vt:lpstr>
      <vt:lpstr>Technologies Used</vt:lpstr>
      <vt:lpstr>System Workflow</vt:lpstr>
      <vt:lpstr>Project Modules</vt:lpstr>
      <vt:lpstr>Sample Output Screenshot</vt:lpstr>
      <vt:lpstr>Credentials</vt:lpstr>
      <vt:lpstr>Procedure to Run the Project</vt:lpstr>
      <vt:lpstr>ADVANTAGES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Mounika Dondapati</dc:creator>
  <cp:lastModifiedBy>Mounika Dondapati</cp:lastModifiedBy>
  <cp:revision>1</cp:revision>
  <dcterms:created xsi:type="dcterms:W3CDTF">2025-12-07T12:28:01Z</dcterms:created>
  <dcterms:modified xsi:type="dcterms:W3CDTF">2025-12-07T13:24:03Z</dcterms:modified>
</cp:coreProperties>
</file>